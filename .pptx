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109aab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109aab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d109aab1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d109aab1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d109aab1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d109aab1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d109aab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d109aab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d109aab1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d109aab1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d109aab1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d109aab1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d109aab1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d109aab1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KMr_LwuTORj1rR0W09RqsGuCfOpLxSpw/view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homel.vsb.cz/~cho0178/MCU/MCUCompositeStructure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Hra testující vaše reflexy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Tým Ludry: Adam Bartoš, Viktor Plaček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Pravidla hry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Po zapnutí hry se automaticky provede kontrola zda RGB dioda a LED fungují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s"/>
              <a:t>Jakmile se kontrola provede tak zmáčkněte druhé tlačítko, to vám zapne hru(začne blikat RGB dioda)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s"/>
              <a:t>Váš cíl je stisknout tlačítko 1 a trefit se to okamžiku kdy bude svítit červená barva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s"/>
              <a:t>Pokud se trefíte tak se vám přičte bod (rozsvítí se LED), jestliže dosáhnete 8 bodů tak začne blikat zelená barva, což znamená výhru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cs"/>
              <a:t>Hru znovu spustíte tlačítkem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Hardware </a:t>
            </a:r>
            <a:r>
              <a:rPr lang="cs"/>
              <a:t>- v</a:t>
            </a:r>
            <a:r>
              <a:rPr lang="cs"/>
              <a:t>nitřní periferie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GPIO porty (ovládání LED a čtení tlačítek)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s"/>
              <a:t>PORT modul pro konfiguraci pinů a přerušení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s"/>
              <a:t>NVIC interrupt controller pro obsluhu přerušení tlačítek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s"/>
              <a:t>Watchdog timer (deaktivovaný při spuštění programu)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cs"/>
              <a:t>Hardware - vnější periferie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RGB LED dioda pro signalizaci stavu hry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s"/>
              <a:t>8 LED diod pro zobrazování bodů hráče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cs"/>
              <a:t>Tlačítka pro ovládání hry a restart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Video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 title="20260529_08394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4275" y="1152475"/>
            <a:ext cx="45552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Software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Funkce rgb_nastaveni() nastaví potřebné GPIO piny jako výstupy a připraví RGB LED k použití.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s"/>
              <a:t>Funkce rgb_set() následně umožňuje rozsvěcet různé barvy LED podle zvolených parametrů.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s"/>
              <a:t>Struktura enum Stav slouží k přehlednému ovládání RGB LED pomocí hodnot On a Off, které určují zapnutí nebo vypnutí jednotlivých barevných složek LED.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Zkušenosti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Během projektu jsem se nejvíce potýkal s prací s přerušeními a správným restartem hry během běhu programu. Náročné bylo hlavně zajistit okamžitou reakci tlačítek a správné přepínání stavů hry.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cs"/>
              <a:t>Zajímavé bylo ovládání RGB LED pomocí registrů GPIO a práce s mikrokontrolerem na nízké úrovni.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Závěr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Určitě bych si dal více práce s strukturou programu, na kterou jsem pak už neměl čas, funkce.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s"/>
              <a:t>Podařilo se mi to skoro celé dokončit podle představ, ale práce s restartem hry byla obtížná a chvilku to trvá než se to aktivuje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s"/>
              <a:t>Celkově se mi líbila práce na té nižší úrovni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cs" u="sng">
                <a:solidFill>
                  <a:schemeClr val="hlink"/>
                </a:solidFill>
                <a:hlinkClick r:id="rId3"/>
              </a:rPr>
              <a:t>https://homel.vsb.cz/~cho0178/MCU/MCUCompositeStructure.pdf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